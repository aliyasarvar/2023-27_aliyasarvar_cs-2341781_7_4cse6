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B8925A"/>
          </a:solidFill>
          <a:ln/>
        </p:spPr>
      </p:sp>
      <p:pic>
        <p:nvPicPr>
          <p:cNvPr id="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44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IILM UNIVERSITY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Engineering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•  7TH SEMESTER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17720" y="9144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128016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Yaap Digital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Report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617720" y="30632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Internship — Buzzar &amp; Tags by Oplifi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1772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6092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Aliya Sarvar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17720" y="4270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60920" y="42702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CS-2341781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17720" y="4745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60920" y="47457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7th Semester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17720" y="5221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60920" y="52212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Limited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31343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YAAP Digital and its product ecosystem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56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7804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31343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influencer marketing and campaign analytics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64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383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82219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set out to achieve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364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78040" y="3383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System 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382219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Buzzar and Tags by Oplifi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73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4892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3309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 was carried out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70916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873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178040" y="4892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Learnings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53309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takeaways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Limited is an integrated digital marketing, content, and technology services company headquartered in Mumbai, with offices across India, Singapore, and the UAE. Founded in 2016, it operates as a unified digital agency — creative, media, influencer marketing, data analytics, and marketing technology under one roof.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early 2026 YAAP listed on the NSE Emerge platform. As part of its push toward proprietary technology, it built Buzzar (creator-tech) and Tags (AI-powered video intelligence) under its subsidiary Oplifi — the two products this internship was based within.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1B2A4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2130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Atul Hegde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0" y="2770632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1B2A4E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28163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89520" y="33009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— India, Singapore, UAE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0" y="3941064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1B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39867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9520" y="44714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 lines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5111496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1B2A4E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51572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NSE Emerge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89520" y="5641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in early 2026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7A1B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Workflows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and creators lack a single system to discover, negotiate and track collaborations — leading to scattered communication and delayed payments.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011680"/>
            <a:ext cx="502920" cy="502920"/>
          </a:xfrm>
          <a:prstGeom prst="ellipse">
            <a:avLst/>
          </a:prstGeom>
          <a:solidFill>
            <a:srgbClr val="7A1B2B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697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Follower-Count Bias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3832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 often relies on follower count alone, without checking audience authenticity, engagement quality, or content-brand fit.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2011680"/>
            <a:ext cx="502920" cy="502920"/>
          </a:xfrm>
          <a:prstGeom prst="ellipse">
            <a:avLst/>
          </a:prstGeom>
          <a:solidFill>
            <a:srgbClr val="7A1B2B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2697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Unreliable 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0" y="33832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must turn large volumes of unstructured content and campaign data into real-time insights — output that is only as good as the data feeding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improve product operations on Buzzar, including creator onboarding workflows.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320040" cy="32004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6916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key user flows for Tags by Oplifi through wireframes and high-fidelity Figma prototypes.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320040" cy="32004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862072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product, design, marketing, and business teams to gather and prioritize requirements.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907792"/>
            <a:ext cx="320040" cy="32004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862072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feature testing, bug reporting, and issue tracking to improve release quality.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320040" cy="32004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78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032504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platform performance data to identify user trends and inform product decisions.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78224"/>
            <a:ext cx="320040" cy="32004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078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032504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internal databases to improve data accuracy for internal reporting.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48656"/>
            <a:ext cx="320040" cy="32004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48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202936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brand mapping through competitor and industry-positioning research.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5248656"/>
            <a:ext cx="320040" cy="32004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5248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5202936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influencer fit analysis based on audience demographics, engagement, and content quality.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of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2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Creator onboarding workflows &amp; feature-level operations on Buzzar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UX redesign — user flows, wireframes, prototyping for Tags by Oplifi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 testing and bug reporting on both platforms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analysis and database cleaning for internal reporting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Brand mapping and competitor research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5120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Influencer fit analysis for brand-creator matching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377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Backend engineering or infrastructure work on Buzzar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926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Building the underlying Tags analytics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474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Owning the product roadmap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4023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Client-facing negotiations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Core development — work fed into full-time teams' decisions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B2A4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flows, wireframes, and high-fidelity prototypes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5F8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B2A4E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303580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workflows and feature operations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B2A4E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by Oplifi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303580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analytics and campaign intelligence 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28116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B2A4E"/>
          </a:solidFill>
          <a:ln/>
        </p:spPr>
      </p:sp>
      <p:sp>
        <p:nvSpPr>
          <p:cNvPr id="18" name="Text 16"/>
          <p:cNvSpPr/>
          <p:nvPr/>
        </p:nvSpPr>
        <p:spPr>
          <a:xfrm>
            <a:off x="9253728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53728" y="303580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analysis, cleaning, validation, reporting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297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B2A4E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937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Tracking Tools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536752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Recording, prioritizing, tracking issues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4069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3611880" y="4297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B2A4E"/>
          </a:solidFill>
          <a:ln/>
        </p:spPr>
      </p:sp>
      <p:sp>
        <p:nvSpPr>
          <p:cNvPr id="26" name="Text 24"/>
          <p:cNvSpPr/>
          <p:nvPr/>
        </p:nvSpPr>
        <p:spPr>
          <a:xfrm>
            <a:off x="3584448" y="4937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Analytics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84448" y="536752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demographics, engagement, content quality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069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5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4297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B2A4E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4937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&amp; Boards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19088" y="536752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coordination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Buzzar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Buzzar works as a two-sided marketplace connecting brands and creators, with a matching layer underneath that improves as more campaign data is collected.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B2A4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Creator-Facing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build a profile, browse brand campaigns, and apply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B2A4E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Brand-Facing 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9923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campaigns, review applicants, manage collaborations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23774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B2A4E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299923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matching, applications, communication, and payments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creator profile and performance data to recommend campaigns to creators and suitable creators to brands — the more campaign data it collects, the better this matching gets.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Tags by Oplifi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is a B2B SaaS analytics platform built on three layers. Redesign work sat almost entirely at the presentation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7A1B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377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23774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 campaign, content, and video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0100" y="2926080"/>
            <a:ext cx="0" cy="502920"/>
          </a:xfrm>
          <a:prstGeom prst="line">
            <a:avLst/>
          </a:prstGeom>
          <a:noFill/>
          <a:ln w="19050">
            <a:solidFill>
              <a:srgbClr val="D9DE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7A1B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611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contextual, AI-driven analysis — reading content context and purchase intent rather than relying on cookies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" y="4160520"/>
            <a:ext cx="0" cy="502920"/>
          </a:xfrm>
          <a:prstGeom prst="line">
            <a:avLst/>
          </a:prstGeom>
          <a:noFill/>
          <a:ln w="19050">
            <a:solidFill>
              <a:srgbClr val="D9DE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7A1B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8463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84632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interactive dashboards for brand and marketing teams — where the UX redesign work was focused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B2A4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UX Redesign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user pain 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8152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current vs. proposed flows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3989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3989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low-fi wireframes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9826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39826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Figma prototypes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05663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05663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revise, handoff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69164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B2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6916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Buzzar &amp; Feature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2423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onboarding/feature workflows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308152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08152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operational gaps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73989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73989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new/updated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39826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39826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bugs with repro steps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505663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505663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 resolution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169164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B2A4E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16916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Research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2423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41080" y="2423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relevant dataset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308152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41080" y="308152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inconsistencies/errors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373989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41080" y="373989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validation rules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39826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41080" y="439826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trends for reporting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505663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41080" y="505663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research for brand mapping &amp; fit analysis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39112"/>
            <a:ext cx="347472" cy="347472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9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creator onboarding and day-to-day operations on Buzzar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039112"/>
            <a:ext cx="347472" cy="347472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39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73736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intuitive, better-validated experience for Tags by Oplifi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209544"/>
            <a:ext cx="347472" cy="347472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907792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feature and release quality from structured testing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2907792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209544"/>
            <a:ext cx="347472" cy="347472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907792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accurate, reliable internal data for product decisions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78224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379976"/>
            <a:ext cx="347472" cy="347472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79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078224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 read on competitive positioning and market trends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078224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379976"/>
            <a:ext cx="347472" cy="347472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379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4078224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brand-creator matches through influencer fit analysis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48656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5550408"/>
            <a:ext cx="347472" cy="347472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550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5248656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practical experience of cross-functional product management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Yaap Digital Internship Report  |  Aliya Sarvar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7A1B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Aliya Sarvar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4663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7th Semester — CS-2341781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Product Management Intern, YAAP Digital Limited</a:t>
            </a:r>
            <a:endParaRPr lang="en-US" sz="1200" dirty="0"/>
          </a:p>
        </p:txBody>
      </p:sp>
      <p:pic>
        <p:nvPicPr>
          <p:cNvPr id="7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48640"/>
            <a:ext cx="1188720" cy="1170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2026-08-19T05:18:35Z</dcterms:created>
  <dcterms:modified xsi:type="dcterms:W3CDTF">2026-08-19T05:18:35Z</dcterms:modified>
</cp:coreProperties>
</file>